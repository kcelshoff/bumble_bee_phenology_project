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B4C39"/>
    <a:srgbClr val="EE8262"/>
    <a:srgbClr val="A3CEAC"/>
    <a:srgbClr val="A0BF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1182" y="-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4F73-35EF-8199-E0A2-BED4110A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59CC1-E693-894A-D57A-629EA6EFD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E145F-5327-EB08-7E62-E6BA9A7E7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530AD-2068-4204-9E75-5012C0B2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41240-5DA7-261D-1505-C4AC22A93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39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DBC78-386B-AE05-E182-A102B1A4D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F4020-B39A-A48A-A578-AD271AEA4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6B1EA-9E16-0096-EDA1-025C04D2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E6398-2120-E5D1-930F-B39E35CD8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97DCD-6D14-8706-448A-43407EAA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5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85F4E-D792-A98B-9CF8-0EAFE4F60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99527-BB3F-2B29-EC34-8521646E8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05B6-1F80-EE63-FB21-DE2B096BF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2AA62-7294-C326-5DC5-54CA6B67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FB593-FDD9-DCD3-03F5-0736C7EC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34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D2A5-3425-9EE0-B834-9568A98F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0D081-2C43-D6E9-0149-46C1B303A9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8B387-353E-7A14-CBDB-207D08734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FFE66-422A-EE79-E101-0E4BF16DA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8EF48-A0C8-56BF-DFDE-EC6613320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D2D96-DA87-C355-C0E1-777AA341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6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DE5F7-4FFF-DAE0-C16B-6F4A562FE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93C2-40AF-DC71-22B7-C101B559D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05FE0-3074-43A7-42F5-016EA3E76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9DD755-E789-3612-4409-702F4CEDF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B2F134-E68F-0A48-F75C-F78C231A02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CE8E96-2762-EB5C-428A-61F9B0657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72D078-ACBB-7860-56F0-7620AC4F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B57D8-2E16-1BF6-DD88-98868AD7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8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5AEE-45FB-F44D-FBC8-1D33B6CB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211132-CDA2-64EA-AC66-57E293AD2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6CF3D-6BEE-BC02-1A4B-C20C0533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FF196-AE00-0939-7371-AFC188AF0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96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A85852-1202-4043-5263-A7EC4C89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D15E9-EBF8-2819-EB4F-F86220CA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350AA-E802-3FBA-2CD4-A0699E7C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1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2A79-0BA6-73AE-6422-1A4E86AC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B0F9-EDFC-613C-B2A9-1C6A77D54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33C2A-BDB9-F23D-2824-86893E2C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0D989-46D4-9E50-D636-528FB864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5D9D5-0BE5-6E16-03E9-7ACE03BC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7C680-A78B-18A0-8033-5DBDA1BF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5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11FE-DCCC-49D0-B238-276B5EA2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742BE-1C8B-4B2D-293E-A2F26A752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0C045-9A0E-EF3D-9847-938233745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77D75-9678-4734-A4F6-CA6017E1C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9B539-ED59-9583-EFB5-81AE2573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A8D6B-374D-CF55-DB51-A933B9C2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64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3DE4-84CE-71F8-511D-7188F5A71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3D3F6-648E-CA0D-EB15-9E812D02B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E47E8-68D3-4D3B-2E5F-C9768C32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D0D9C-06AC-D99B-FDD3-A94D0FBB1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4C89C-38DD-50AE-06B0-07DA2FD0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8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062F6E-4109-3FAA-15B5-2BC02A0B05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D619D-B3CB-3E9E-ED13-EF781AB48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95CA0-7008-382E-0540-1F4229F5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8A52E-A028-6C3E-C1A7-7AD5BC29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430B4-1FDD-C504-5398-8FF029F5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2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E3DC78-278D-F73C-CC72-3DE3531D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60039-51BD-3942-88E1-24391D210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9496-92DF-B90B-C1EC-88AFED38F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6916B-9BA5-4881-8E03-04748285DA3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941A9-A26D-39ED-A158-A8E9A8A65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4A014-373E-7B32-E555-78AE506D4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833A2-A13E-4C72-AECA-0AA117D6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02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BF83E89-E9B0-FE01-7642-B27E2C91A2BC}"/>
              </a:ext>
            </a:extLst>
          </p:cNvPr>
          <p:cNvGrpSpPr/>
          <p:nvPr/>
        </p:nvGrpSpPr>
        <p:grpSpPr>
          <a:xfrm>
            <a:off x="2985930" y="1040429"/>
            <a:ext cx="6520533" cy="4548083"/>
            <a:chOff x="2985930" y="1040429"/>
            <a:chExt cx="6520533" cy="454808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56F3E84-A5BC-4767-746F-5A4CED4F267E}"/>
                </a:ext>
              </a:extLst>
            </p:cNvPr>
            <p:cNvGrpSpPr/>
            <p:nvPr/>
          </p:nvGrpSpPr>
          <p:grpSpPr>
            <a:xfrm>
              <a:off x="2985930" y="1269486"/>
              <a:ext cx="6520533" cy="4319026"/>
              <a:chOff x="2985930" y="1269486"/>
              <a:chExt cx="6520533" cy="4319026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4913DD5-5A47-1AE8-FA01-9DB8D2ED601A}"/>
                  </a:ext>
                </a:extLst>
              </p:cNvPr>
              <p:cNvSpPr/>
              <p:nvPr/>
            </p:nvSpPr>
            <p:spPr>
              <a:xfrm>
                <a:off x="7778750" y="1269486"/>
                <a:ext cx="1650184" cy="43190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7C421A9-0426-FD30-FFBD-2C6F6C37DF8C}"/>
                  </a:ext>
                </a:extLst>
              </p:cNvPr>
              <p:cNvGrpSpPr/>
              <p:nvPr/>
            </p:nvGrpSpPr>
            <p:grpSpPr>
              <a:xfrm>
                <a:off x="2985930" y="1269487"/>
                <a:ext cx="6520533" cy="4319025"/>
                <a:chOff x="2985930" y="1269487"/>
                <a:chExt cx="6520533" cy="4319025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23B6097-976C-1F6F-D9DD-6DAA25ED0160}"/>
                    </a:ext>
                  </a:extLst>
                </p:cNvPr>
                <p:cNvGrpSpPr/>
                <p:nvPr/>
              </p:nvGrpSpPr>
              <p:grpSpPr>
                <a:xfrm>
                  <a:off x="2985930" y="1269487"/>
                  <a:ext cx="6520533" cy="4319025"/>
                  <a:chOff x="2985930" y="1269487"/>
                  <a:chExt cx="6520533" cy="4319025"/>
                </a:xfrm>
              </p:grpSpPr>
              <p:pic>
                <p:nvPicPr>
                  <p:cNvPr id="5" name="Picture 4">
                    <a:extLst>
                      <a:ext uri="{FF2B5EF4-FFF2-40B4-BE49-F238E27FC236}">
                        <a16:creationId xmlns:a16="http://schemas.microsoft.com/office/drawing/2014/main" id="{F67E4F82-C459-ED54-6C63-9C576278B5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057" r="14824"/>
                  <a:stretch>
                    <a:fillRect/>
                  </a:stretch>
                </p:blipFill>
                <p:spPr>
                  <a:xfrm>
                    <a:off x="2990692" y="1269487"/>
                    <a:ext cx="5383688" cy="4319025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C809A2D9-9D25-AA0B-2E46-C9056E494EC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8576400" y="2037728"/>
                    <a:ext cx="930063" cy="9871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onset</a:t>
                    </a:r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end</a:t>
                    </a:r>
                    <a:br>
                      <a: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    year GDD</a:t>
                    </a:r>
                    <a:br>
                      <a: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    avg GDD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3DCD8691-FF6F-0ECE-5B1D-8B8049605294}"/>
                      </a:ext>
                    </a:extLst>
                  </p:cNvPr>
                  <p:cNvSpPr txBox="1"/>
                  <p:nvPr/>
                </p:nvSpPr>
                <p:spPr>
                  <a:xfrm>
                    <a:off x="8576400" y="1886652"/>
                    <a:ext cx="702436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Panel (a)</a:t>
                    </a:r>
                  </a:p>
                </p:txBody>
              </p: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3AD538A2-4E27-0BF1-3271-5E97AD7A2BE7}"/>
                      </a:ext>
                    </a:extLst>
                  </p:cNvPr>
                  <p:cNvGrpSpPr/>
                  <p:nvPr/>
                </p:nvGrpSpPr>
                <p:grpSpPr>
                  <a:xfrm>
                    <a:off x="8668259" y="2135592"/>
                    <a:ext cx="228600" cy="228599"/>
                    <a:chOff x="8595967" y="2234316"/>
                    <a:chExt cx="228600" cy="120385"/>
                  </a:xfrm>
                </p:grpSpPr>
                <p:cxnSp>
                  <p:nvCxnSpPr>
                    <p:cNvPr id="9" name="Straight Connector 8">
                      <a:extLst>
                        <a:ext uri="{FF2B5EF4-FFF2-40B4-BE49-F238E27FC236}">
                          <a16:creationId xmlns:a16="http://schemas.microsoft.com/office/drawing/2014/main" id="{04BF7C0C-192C-6E7A-A68D-18A781AB5C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595967" y="2234316"/>
                      <a:ext cx="22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" name="Straight Connector 9">
                      <a:extLst>
                        <a:ext uri="{FF2B5EF4-FFF2-40B4-BE49-F238E27FC236}">
                          <a16:creationId xmlns:a16="http://schemas.microsoft.com/office/drawing/2014/main" id="{DABE9F15-CBF4-26C7-7C74-7255C697688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595967" y="2354701"/>
                      <a:ext cx="22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ABFFA223-A308-680F-670E-4AD5BFDF95FF}"/>
                      </a:ext>
                    </a:extLst>
                  </p:cNvPr>
                  <p:cNvSpPr/>
                  <p:nvPr/>
                </p:nvSpPr>
                <p:spPr>
                  <a:xfrm>
                    <a:off x="8668259" y="2631745"/>
                    <a:ext cx="91440" cy="91440"/>
                  </a:xfrm>
                  <a:prstGeom prst="rect">
                    <a:avLst/>
                  </a:prstGeom>
                  <a:solidFill>
                    <a:srgbClr val="EE826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CD49CB30-8855-E0A8-2996-B7806A44FCC6}"/>
                      </a:ext>
                    </a:extLst>
                  </p:cNvPr>
                  <p:cNvSpPr/>
                  <p:nvPr/>
                </p:nvSpPr>
                <p:spPr>
                  <a:xfrm>
                    <a:off x="8668259" y="2856786"/>
                    <a:ext cx="91440" cy="91440"/>
                  </a:xfrm>
                  <a:prstGeom prst="rect">
                    <a:avLst/>
                  </a:prstGeom>
                  <a:solidFill>
                    <a:srgbClr val="8B4C3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1CDCFE9F-1189-39ED-BAFC-F43C6192ABFE}"/>
                      </a:ext>
                    </a:extLst>
                  </p:cNvPr>
                  <p:cNvGrpSpPr/>
                  <p:nvPr/>
                </p:nvGrpSpPr>
                <p:grpSpPr>
                  <a:xfrm>
                    <a:off x="8573605" y="3428999"/>
                    <a:ext cx="932858" cy="1840796"/>
                    <a:chOff x="8573605" y="3482975"/>
                    <a:chExt cx="932858" cy="1840796"/>
                  </a:xfrm>
                </p:grpSpPr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F72099C5-9934-9A22-FC83-98DC7303DB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73605" y="3482975"/>
                      <a:ext cx="702436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Panel (b)</a:t>
                      </a:r>
                    </a:p>
                  </p:txBody>
                </p:sp>
                <p:grpSp>
                  <p:nvGrpSpPr>
                    <p:cNvPr id="29" name="Group 28">
                      <a:extLst>
                        <a:ext uri="{FF2B5EF4-FFF2-40B4-BE49-F238E27FC236}">
                          <a16:creationId xmlns:a16="http://schemas.microsoft.com/office/drawing/2014/main" id="{758F019B-B10D-8DC6-174D-054441D043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576400" y="3644144"/>
                      <a:ext cx="930063" cy="1679627"/>
                      <a:chOff x="8576400" y="3644144"/>
                      <a:chExt cx="930063" cy="1679627"/>
                    </a:xfrm>
                  </p:grpSpPr>
                  <p:sp>
                    <p:nvSpPr>
                      <p:cNvPr id="36" name="TextBox 35">
                        <a:extLst>
                          <a:ext uri="{FF2B5EF4-FFF2-40B4-BE49-F238E27FC236}">
                            <a16:creationId xmlns:a16="http://schemas.microsoft.com/office/drawing/2014/main" id="{8E4229E9-8AEA-2C74-892D-C23811388C76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>
                      <a:xfrm>
                        <a:off x="8576400" y="3644144"/>
                        <a:ext cx="930063" cy="167962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>
                          <a:lnSpc>
                            <a:spcPct val="150000"/>
                          </a:lnSpc>
                        </a:pPr>
                        <a: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♀ onset</a:t>
                        </a:r>
                      </a:p>
                      <a:p>
                        <a:pPr>
                          <a:lnSpc>
                            <a:spcPct val="150000"/>
                          </a:lnSpc>
                        </a:pPr>
                        <a: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♂ onset</a:t>
                        </a:r>
                        <a:b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a:br>
                        <a: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♂ end</a:t>
                        </a:r>
                        <a:b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a:br>
                        <a: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    year GDD</a:t>
                        </a:r>
                        <a:b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a:br>
                        <a: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    avg GDD</a:t>
                        </a:r>
                        <a:b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a:br>
                        <a: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    ♂</a:t>
                        </a:r>
                        <a:b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a:br>
                        <a:r>
                          <a:rPr lang="en-US" sz="1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    ♀</a:t>
                        </a:r>
                      </a:p>
                    </p:txBody>
                  </p:sp>
                  <p:grpSp>
                    <p:nvGrpSpPr>
                      <p:cNvPr id="28" name="Group 27">
                        <a:extLst>
                          <a:ext uri="{FF2B5EF4-FFF2-40B4-BE49-F238E27FC236}">
                            <a16:creationId xmlns:a16="http://schemas.microsoft.com/office/drawing/2014/main" id="{1DCDEE1E-F84C-A4D3-2291-8780401F4B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668130" y="3729196"/>
                        <a:ext cx="228729" cy="1509856"/>
                        <a:chOff x="8668130" y="3729196"/>
                        <a:chExt cx="228729" cy="1509856"/>
                      </a:xfrm>
                    </p:grpSpPr>
                    <p:sp>
                      <p:nvSpPr>
                        <p:cNvPr id="25" name="Oval 24">
                          <a:extLst>
                            <a:ext uri="{FF2B5EF4-FFF2-40B4-BE49-F238E27FC236}">
                              <a16:creationId xmlns:a16="http://schemas.microsoft.com/office/drawing/2014/main" id="{61DFFFF4-38F7-9C24-0A75-EBADD5B5E6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68259" y="4909320"/>
                          <a:ext cx="91440" cy="91440"/>
                        </a:xfrm>
                        <a:prstGeom prst="ellipse">
                          <a:avLst/>
                        </a:prstGeom>
                        <a:solidFill>
                          <a:srgbClr val="A0BFC9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" name="Oval 25">
                          <a:extLst>
                            <a:ext uri="{FF2B5EF4-FFF2-40B4-BE49-F238E27FC236}">
                              <a16:creationId xmlns:a16="http://schemas.microsoft.com/office/drawing/2014/main" id="{DDC58901-E60D-F4B7-FF6F-BEBBB9E6BF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68259" y="5147611"/>
                          <a:ext cx="91440" cy="91441"/>
                        </a:xfrm>
                        <a:prstGeom prst="ellipse">
                          <a:avLst/>
                        </a:prstGeom>
                        <a:solidFill>
                          <a:srgbClr val="A3CEAC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C0BF4A49-2561-7E55-2C1A-618CD495AE5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flipV="1">
                          <a:off x="8668259" y="3729196"/>
                          <a:ext cx="228600" cy="470915"/>
                          <a:chOff x="8816369" y="4560616"/>
                          <a:chExt cx="228600" cy="421104"/>
                        </a:xfrm>
                      </p:grpSpPr>
                      <p:cxnSp>
                        <p:nvCxnSpPr>
                          <p:cNvPr id="15" name="Straight Connector 14">
                            <a:extLst>
                              <a:ext uri="{FF2B5EF4-FFF2-40B4-BE49-F238E27FC236}">
                                <a16:creationId xmlns:a16="http://schemas.microsoft.com/office/drawing/2014/main" id="{5A4B49DE-3808-3A61-0AD6-E850F2B7BED2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8816369" y="4981720"/>
                            <a:ext cx="228600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" name="Straight Connector 15">
                            <a:extLst>
                              <a:ext uri="{FF2B5EF4-FFF2-40B4-BE49-F238E27FC236}">
                                <a16:creationId xmlns:a16="http://schemas.microsoft.com/office/drawing/2014/main" id="{C77C8DBA-6E3D-7A77-CAA2-EF134C1201B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8816369" y="4771168"/>
                            <a:ext cx="228600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prstDash val="dash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9" name="Straight Connector 18">
                            <a:extLst>
                              <a:ext uri="{FF2B5EF4-FFF2-40B4-BE49-F238E27FC236}">
                                <a16:creationId xmlns:a16="http://schemas.microsoft.com/office/drawing/2014/main" id="{665D6087-F262-29B1-AC60-DA49A08E2BF2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8816369" y="4560616"/>
                            <a:ext cx="228600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prstDash val="sysDot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8" name="Rectangle 7">
                          <a:extLst>
                            <a:ext uri="{FF2B5EF4-FFF2-40B4-BE49-F238E27FC236}">
                              <a16:creationId xmlns:a16="http://schemas.microsoft.com/office/drawing/2014/main" id="{7D38A36E-4C1E-8A12-9928-42DE6A0B398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68130" y="4469901"/>
                          <a:ext cx="91440" cy="91440"/>
                        </a:xfrm>
                        <a:prstGeom prst="rect">
                          <a:avLst/>
                        </a:prstGeom>
                        <a:solidFill>
                          <a:srgbClr val="EE8262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4" name="Rectangle 13">
                          <a:extLst>
                            <a:ext uri="{FF2B5EF4-FFF2-40B4-BE49-F238E27FC236}">
                              <a16:creationId xmlns:a16="http://schemas.microsoft.com/office/drawing/2014/main" id="{684BB521-456B-F5E7-FD7B-4DF51E49CB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68259" y="4694942"/>
                          <a:ext cx="91440" cy="91440"/>
                        </a:xfrm>
                        <a:prstGeom prst="rect">
                          <a:avLst/>
                        </a:prstGeom>
                        <a:solidFill>
                          <a:srgbClr val="8B4C39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pic>
                <p:nvPicPr>
                  <p:cNvPr id="20" name="Picture 19">
                    <a:extLst>
                      <a:ext uri="{FF2B5EF4-FFF2-40B4-BE49-F238E27FC236}">
                        <a16:creationId xmlns:a16="http://schemas.microsoft.com/office/drawing/2014/main" id="{427353DC-8C48-E3DF-F9DA-21BCB59338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0354" t="3776" r="10883"/>
                  <a:stretch>
                    <a:fillRect/>
                  </a:stretch>
                </p:blipFill>
                <p:spPr>
                  <a:xfrm>
                    <a:off x="6633362" y="1432560"/>
                    <a:ext cx="1863025" cy="4155952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pic>
                <p:nvPicPr>
                  <p:cNvPr id="21" name="Picture 20">
                    <a:extLst>
                      <a:ext uri="{FF2B5EF4-FFF2-40B4-BE49-F238E27FC236}">
                        <a16:creationId xmlns:a16="http://schemas.microsoft.com/office/drawing/2014/main" id="{0E68C09C-72D2-DC80-1730-D416945A58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97256" b="96224"/>
                  <a:stretch>
                    <a:fillRect/>
                  </a:stretch>
                </p:blipFill>
                <p:spPr>
                  <a:xfrm>
                    <a:off x="3144569" y="1269487"/>
                    <a:ext cx="177752" cy="163073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3F2E5087-C714-ABC6-E943-C0C5A5C61E13}"/>
                      </a:ext>
                    </a:extLst>
                  </p:cNvPr>
                  <p:cNvSpPr/>
                  <p:nvPr/>
                </p:nvSpPr>
                <p:spPr>
                  <a:xfrm>
                    <a:off x="2985930" y="1290638"/>
                    <a:ext cx="91440" cy="100584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CAEEC3A-D5E9-8336-2A86-CBBAD36F63C4}"/>
                    </a:ext>
                  </a:extLst>
                </p:cNvPr>
                <p:cNvSpPr txBox="1"/>
                <p:nvPr/>
              </p:nvSpPr>
              <p:spPr>
                <a:xfrm>
                  <a:off x="6848428" y="1364927"/>
                  <a:ext cx="1797287" cy="246221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B. griseocollis</a:t>
                  </a:r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(</a:t>
                  </a:r>
                  <a:r>
                    <a:rPr lang="en-US" sz="10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sexuals</a:t>
                  </a:r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only)</a:t>
                  </a:r>
                </a:p>
              </p:txBody>
            </p:sp>
          </p:grp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2ADDB48-13C9-2A46-2F84-330F2A9D80B3}"/>
                </a:ext>
              </a:extLst>
            </p:cNvPr>
            <p:cNvSpPr/>
            <p:nvPr/>
          </p:nvSpPr>
          <p:spPr>
            <a:xfrm>
              <a:off x="2985931" y="1040429"/>
              <a:ext cx="6443004" cy="2452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A16D30-2AE6-F278-2442-6FC57472EA5F}"/>
                </a:ext>
              </a:extLst>
            </p:cNvPr>
            <p:cNvSpPr txBox="1"/>
            <p:nvPr/>
          </p:nvSpPr>
          <p:spPr>
            <a:xfrm>
              <a:off x="2985930" y="1052999"/>
              <a:ext cx="6815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Figure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360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Elshoff</dc:creator>
  <cp:lastModifiedBy>Kyle Elshoff</cp:lastModifiedBy>
  <cp:revision>11</cp:revision>
  <dcterms:created xsi:type="dcterms:W3CDTF">2025-07-17T18:11:44Z</dcterms:created>
  <dcterms:modified xsi:type="dcterms:W3CDTF">2026-01-29T03:41:56Z</dcterms:modified>
</cp:coreProperties>
</file>