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95E3E-7692-EAC1-1181-57DA4FF58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037A6-C996-2F2D-E3D1-9B37104F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8F5CA-1D22-D0F1-F859-38A477CF4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C55B8-BD27-4520-A9C7-A91BF1BE998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5C7E2-C867-3C36-9809-1021305E1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38F47-A6F9-93F3-085D-9AA7EE648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62D9-41B7-41E2-B671-9C5900D9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73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F696-C444-C30A-B17F-16AB506A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94F1B-C3FE-8AB0-9141-56CE16B15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2FA2B-8F07-4EB7-896D-DC483B84C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C55B8-BD27-4520-A9C7-A91BF1BE998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BB8F8-478B-88AE-0015-4C6B8F4D2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1C10A-DEBC-58EC-3925-328FFE483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62D9-41B7-41E2-B671-9C5900D9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5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70B2-766C-517C-46DA-7E4FA6C3D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F461F-7A34-39A4-60A2-DED64056C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0EBED-D0A2-6DF2-7B3D-506DB57F8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C55B8-BD27-4520-A9C7-A91BF1BE998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131F1-6185-EA8C-FBAF-00552977A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F064A-D1AB-F556-6537-C4FC6717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62D9-41B7-41E2-B671-9C5900D9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4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462D-9102-E091-82DD-F7A469B95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1E7E3-5C54-2979-745D-6B151018C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986D07-D92E-A860-6E19-F250073A1E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88E5-8574-87CB-9D74-9A94D8D6B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C55B8-BD27-4520-A9C7-A91BF1BE998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8D4C4-3A86-7023-A632-357341E0C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6C3F3-7893-17AF-EF95-168FD51C8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62D9-41B7-41E2-B671-9C5900D9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11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39AAD-ECD3-9AD8-BBFC-8E8D21E4C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EE53F-B229-4AB2-9558-B36885249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6E6B8-EB70-C8D2-16AC-C9966CBB8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4A8230-81F0-B740-B7C8-C997493519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CE127A-43BA-ABF6-4BDB-CF7FE7F0E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0AB80-924A-348A-C769-C90C5C45B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C55B8-BD27-4520-A9C7-A91BF1BE998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7A12DC-6FF1-A024-3CB5-C4270A184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AE65A-FC17-05FA-4FAB-0935E241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62D9-41B7-41E2-B671-9C5900D9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64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4002-14A6-00A9-2E8B-98F496BF5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37004B-610A-5B37-10D9-FF0FBD8AD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C55B8-BD27-4520-A9C7-A91BF1BE998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90FCE-FEAE-5DF1-2BC4-F752947B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54225-BDCE-08BF-C3F3-466E89F67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62D9-41B7-41E2-B671-9C5900D9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53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235871-A960-2039-8B0D-5E9506A95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C55B8-BD27-4520-A9C7-A91BF1BE998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F73B7D-3DB5-193F-7616-A4DF4ED6F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2091D-B3D1-CA9A-33DE-0AF9FAAF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62D9-41B7-41E2-B671-9C5900D9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91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6F9C-C52E-7F41-123C-8E75BBF4B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5C098-BDBE-DA17-EEDE-A4B0DBA77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752CAB-ECEE-C2FD-38E1-AE64B9729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C22655-3BD5-D78D-4734-5E56B4EEA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C55B8-BD27-4520-A9C7-A91BF1BE998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99C511-11DF-BD81-79A2-51E9CBC3B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A065C-A9BA-C44F-7E46-F15E544D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62D9-41B7-41E2-B671-9C5900D9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50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23BF2-1CB4-B54B-A6CF-0AC8F1445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295D1B-DF0E-36E6-A598-2D442A2C18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47266F-AC31-93CE-B592-AD4701696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C2469-CBA3-F566-58CF-89FB8C49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C55B8-BD27-4520-A9C7-A91BF1BE998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329BC-C952-3ADF-4C8E-8D49FF35B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6CD99-7C7F-F6C2-CBC5-6E08D62AA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62D9-41B7-41E2-B671-9C5900D9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35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0F623-64FE-1A17-7D9D-CFDE630FC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57C52-D57D-0284-C33B-0073B36A9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60984-7564-0FBC-1234-2B714800D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C55B8-BD27-4520-A9C7-A91BF1BE998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EFC8A-DB01-748A-ACFF-516F11EA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98A50-8F9C-776C-229D-6F8358E91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62D9-41B7-41E2-B671-9C5900D9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95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1B16E1-C294-9D03-F26E-634C3350F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0F799-5F0C-E0FE-D360-690150567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A1F02-1F68-CCF4-11E8-3B2F39A0F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C55B8-BD27-4520-A9C7-A91BF1BE998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399AC-9A39-59DB-C474-5D317772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A286E-FC99-E234-E135-E87A6D8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B62D9-41B7-41E2-B671-9C5900D9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66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0AC02F-0798-BF1D-B334-C6166A109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F5A66-D497-E17B-7AC1-DBDA43D20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972B6-E994-3646-9DA8-85E6EF2218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C55B8-BD27-4520-A9C7-A91BF1BE9989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0349A-1B52-0511-839A-6E17093DF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AB5D5-ABAD-D4ED-DEEC-B907CCA96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B62D9-41B7-41E2-B671-9C5900D9D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74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6A544FD-1948-A3E9-271F-18112626B221}"/>
              </a:ext>
            </a:extLst>
          </p:cNvPr>
          <p:cNvGrpSpPr/>
          <p:nvPr/>
        </p:nvGrpSpPr>
        <p:grpSpPr>
          <a:xfrm>
            <a:off x="2857493" y="-60702"/>
            <a:ext cx="6477013" cy="6728208"/>
            <a:chOff x="2857493" y="-60702"/>
            <a:chExt cx="6477013" cy="67282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7CEFD67-6E4E-5952-8B5F-F4B7F31511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57493" y="190493"/>
              <a:ext cx="6477013" cy="6477013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CA6B870-5F4E-7350-F85E-B0BA521F8784}"/>
                </a:ext>
              </a:extLst>
            </p:cNvPr>
            <p:cNvGrpSpPr/>
            <p:nvPr/>
          </p:nvGrpSpPr>
          <p:grpSpPr>
            <a:xfrm>
              <a:off x="2857493" y="-60702"/>
              <a:ext cx="6477013" cy="251195"/>
              <a:chOff x="1333493" y="584722"/>
              <a:chExt cx="6477013" cy="251195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221551B-3BB5-4011-5249-85627A2A93A4}"/>
                  </a:ext>
                </a:extLst>
              </p:cNvPr>
              <p:cNvSpPr/>
              <p:nvPr/>
            </p:nvSpPr>
            <p:spPr>
              <a:xfrm>
                <a:off x="1333493" y="584722"/>
                <a:ext cx="6477013" cy="25119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B7D8A5-C241-277A-D0F9-D7B92104D430}"/>
                  </a:ext>
                </a:extLst>
              </p:cNvPr>
              <p:cNvSpPr txBox="1"/>
              <p:nvPr/>
            </p:nvSpPr>
            <p:spPr>
              <a:xfrm>
                <a:off x="1333493" y="589696"/>
                <a:ext cx="76655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Figure S3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438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Kyle Elshoff</dc:creator>
  <cp:lastModifiedBy>Kyle Elshoff</cp:lastModifiedBy>
  <cp:revision>1</cp:revision>
  <dcterms:created xsi:type="dcterms:W3CDTF">2026-01-29T03:46:09Z</dcterms:created>
  <dcterms:modified xsi:type="dcterms:W3CDTF">2026-01-29T03:49:50Z</dcterms:modified>
</cp:coreProperties>
</file>