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9144000" cy="9144000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2556" y="108"/>
      </p:cViewPr>
      <p:guideLst>
        <p:guide orient="horz" pos="288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BA7941-5257-409D-8F2C-0C974669D26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CCE9FE-9765-4FFD-AEEF-8C65C5EDA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053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CE9FE-9765-4FFD-AEEF-8C65C5EDAB4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30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840568"/>
            <a:ext cx="7772400" cy="19600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181600"/>
            <a:ext cx="64008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875867"/>
            <a:ext cx="7772400" cy="1816100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75618"/>
            <a:ext cx="7772400" cy="2000249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601"/>
            <a:ext cx="4038600" cy="60346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601"/>
            <a:ext cx="4038600" cy="60346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46817"/>
            <a:ext cx="4040188" cy="85301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99833"/>
            <a:ext cx="4040188" cy="5268384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046817"/>
            <a:ext cx="4041775" cy="85301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899833"/>
            <a:ext cx="4041775" cy="5268384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6184"/>
            <a:ext cx="82296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33601"/>
            <a:ext cx="82296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8475134"/>
            <a:ext cx="2133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8475134"/>
            <a:ext cx="2895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8475134"/>
            <a:ext cx="2133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E196958-2A2A-195F-A4A6-8B981FE453EE}"/>
              </a:ext>
            </a:extLst>
          </p:cNvPr>
          <p:cNvGrpSpPr/>
          <p:nvPr/>
        </p:nvGrpSpPr>
        <p:grpSpPr>
          <a:xfrm>
            <a:off x="2555776" y="1780"/>
            <a:ext cx="3988624" cy="8889245"/>
            <a:chOff x="2555776" y="1780"/>
            <a:chExt cx="3988624" cy="888924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9756780-2199-0BE1-A22C-B70083AAFB06}"/>
                </a:ext>
              </a:extLst>
            </p:cNvPr>
            <p:cNvGrpSpPr/>
            <p:nvPr/>
          </p:nvGrpSpPr>
          <p:grpSpPr>
            <a:xfrm>
              <a:off x="2555776" y="252975"/>
              <a:ext cx="3988624" cy="8638050"/>
              <a:chOff x="2555776" y="252975"/>
              <a:chExt cx="3988624" cy="863805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7D3BDBC-F2BF-CAA5-9291-2E058BDCA6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2555776" y="252975"/>
                <a:ext cx="3959360" cy="863805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5FDB6F6-CA30-CE11-EB73-A22D683F3C0F}"/>
                  </a:ext>
                </a:extLst>
              </p:cNvPr>
              <p:cNvSpPr txBox="1"/>
              <p:nvPr/>
            </p:nvSpPr>
            <p:spPr>
              <a:xfrm>
                <a:off x="4901001" y="1939907"/>
                <a:ext cx="1643399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average annual GDD (ºC)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F91B8A-EA27-87BA-CBD1-95AF41493463}"/>
                  </a:ext>
                </a:extLst>
              </p:cNvPr>
              <p:cNvSpPr txBox="1"/>
              <p:nvPr/>
            </p:nvSpPr>
            <p:spPr>
              <a:xfrm>
                <a:off x="4958710" y="4630304"/>
                <a:ext cx="15856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average accumulated </a:t>
                </a:r>
                <a:b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winter precipitation (mm)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C63A5D4-6934-A862-B153-CB00A3FC8DF2}"/>
                  </a:ext>
                </a:extLst>
              </p:cNvPr>
              <p:cNvSpPr txBox="1"/>
              <p:nvPr/>
            </p:nvSpPr>
            <p:spPr>
              <a:xfrm>
                <a:off x="4834500" y="7462208"/>
                <a:ext cx="170751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average accumulated</a:t>
                </a:r>
                <a:b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summer precipitation (mm)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FC718FA-4BFB-ADF5-FD0E-73F5CCFCCFF9}"/>
                </a:ext>
              </a:extLst>
            </p:cNvPr>
            <p:cNvGrpSpPr/>
            <p:nvPr/>
          </p:nvGrpSpPr>
          <p:grpSpPr>
            <a:xfrm>
              <a:off x="2555776" y="1780"/>
              <a:ext cx="3959361" cy="251195"/>
              <a:chOff x="1333493" y="645424"/>
              <a:chExt cx="3959361" cy="251195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BFF825F-01FB-91D2-8827-0E6B44C3C3A5}"/>
                  </a:ext>
                </a:extLst>
              </p:cNvPr>
              <p:cNvSpPr/>
              <p:nvPr/>
            </p:nvSpPr>
            <p:spPr>
              <a:xfrm>
                <a:off x="1333494" y="645424"/>
                <a:ext cx="3959360" cy="25119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A8D8E9D-B879-0369-76AC-2C2D4AF0BA3D}"/>
                  </a:ext>
                </a:extLst>
              </p:cNvPr>
              <p:cNvSpPr txBox="1"/>
              <p:nvPr/>
            </p:nvSpPr>
            <p:spPr>
              <a:xfrm>
                <a:off x="1333493" y="650398"/>
                <a:ext cx="76655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Figure S2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703318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25</Words>
  <Application>Microsoft Office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Kyle Elshoff</cp:lastModifiedBy>
  <cp:revision>10</cp:revision>
  <dcterms:created xsi:type="dcterms:W3CDTF">2017-02-13T16:18:36Z</dcterms:created>
  <dcterms:modified xsi:type="dcterms:W3CDTF">2026-02-18T23:42:02Z</dcterms:modified>
  <cp:category/>
</cp:coreProperties>
</file>