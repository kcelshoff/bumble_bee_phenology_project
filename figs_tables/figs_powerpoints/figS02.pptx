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6" r:id="rId3"/>
  </p:sldIdLst>
  <p:sldSz cx="9144000" cy="9144000"/>
  <p:notesSz cx="6858000" cy="9144000"/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396" y="108"/>
      </p:cViewPr>
      <p:guideLst>
        <p:guide orient="horz" pos="288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tags" Target="tags/tag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BA7941-5257-409D-8F2C-0C974669D26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CCE9FE-9765-4FFD-AEEF-8C65C5EDA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053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CE9FE-9765-4FFD-AEEF-8C65C5EDAB4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309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840568"/>
            <a:ext cx="7772400" cy="196003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5181600"/>
            <a:ext cx="64008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28/01/2026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28/01/2026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875867"/>
            <a:ext cx="7772400" cy="1816100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75618"/>
            <a:ext cx="7772400" cy="2000249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28/01/2026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2133601"/>
            <a:ext cx="4038600" cy="6034617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2133601"/>
            <a:ext cx="4038600" cy="6034617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28/01/2026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046817"/>
            <a:ext cx="4040188" cy="853016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899833"/>
            <a:ext cx="4040188" cy="5268384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2046817"/>
            <a:ext cx="4041775" cy="853016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899833"/>
            <a:ext cx="4041775" cy="5268384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28/01/2026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28/01/2026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28/01/2026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66184"/>
            <a:ext cx="82296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33601"/>
            <a:ext cx="82296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8475134"/>
            <a:ext cx="2133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28/01/2026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8475134"/>
            <a:ext cx="2895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8475134"/>
            <a:ext cx="2133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E196958-2A2A-195F-A4A6-8B981FE453EE}"/>
              </a:ext>
            </a:extLst>
          </p:cNvPr>
          <p:cNvGrpSpPr/>
          <p:nvPr/>
        </p:nvGrpSpPr>
        <p:grpSpPr>
          <a:xfrm>
            <a:off x="2555776" y="1780"/>
            <a:ext cx="3988624" cy="8889245"/>
            <a:chOff x="2555776" y="1780"/>
            <a:chExt cx="3988624" cy="8889245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9756780-2199-0BE1-A22C-B70083AAFB06}"/>
                </a:ext>
              </a:extLst>
            </p:cNvPr>
            <p:cNvGrpSpPr/>
            <p:nvPr/>
          </p:nvGrpSpPr>
          <p:grpSpPr>
            <a:xfrm>
              <a:off x="2555776" y="252975"/>
              <a:ext cx="3988624" cy="8638050"/>
              <a:chOff x="2555776" y="252975"/>
              <a:chExt cx="3988624" cy="863805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F7D3BDBC-F2BF-CAA5-9291-2E058BDCA6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/>
              <a:stretch/>
            </p:blipFill>
            <p:spPr>
              <a:xfrm>
                <a:off x="2555776" y="252975"/>
                <a:ext cx="3959360" cy="8638050"/>
              </a:xfrm>
              <a:prstGeom prst="rect">
                <a:avLst/>
              </a:prstGeom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5FDB6F6-CA30-CE11-EB73-A22D683F3C0F}"/>
                  </a:ext>
                </a:extLst>
              </p:cNvPr>
              <p:cNvSpPr txBox="1"/>
              <p:nvPr/>
            </p:nvSpPr>
            <p:spPr>
              <a:xfrm>
                <a:off x="5162290" y="1939907"/>
                <a:ext cx="1382110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average annual GDD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F91B8A-EA27-87BA-CBD1-95AF41493463}"/>
                  </a:ext>
                </a:extLst>
              </p:cNvPr>
              <p:cNvSpPr txBox="1"/>
              <p:nvPr/>
            </p:nvSpPr>
            <p:spPr>
              <a:xfrm>
                <a:off x="4958710" y="4630304"/>
                <a:ext cx="158569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average accumulated </a:t>
                </a:r>
                <a:b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winter precipitation (mm)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C63A5D4-6934-A862-B153-CB00A3FC8DF2}"/>
                  </a:ext>
                </a:extLst>
              </p:cNvPr>
              <p:cNvSpPr txBox="1"/>
              <p:nvPr/>
            </p:nvSpPr>
            <p:spPr>
              <a:xfrm>
                <a:off x="4834500" y="7462208"/>
                <a:ext cx="170751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average accumulated</a:t>
                </a:r>
                <a:b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summer precipitation (mm)</a:t>
                </a: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2FC718FA-4BFB-ADF5-FD0E-73F5CCFCCFF9}"/>
                </a:ext>
              </a:extLst>
            </p:cNvPr>
            <p:cNvGrpSpPr/>
            <p:nvPr/>
          </p:nvGrpSpPr>
          <p:grpSpPr>
            <a:xfrm>
              <a:off x="2555776" y="1780"/>
              <a:ext cx="3959361" cy="251195"/>
              <a:chOff x="1333493" y="645424"/>
              <a:chExt cx="3959361" cy="251195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BFF825F-01FB-91D2-8827-0E6B44C3C3A5}"/>
                  </a:ext>
                </a:extLst>
              </p:cNvPr>
              <p:cNvSpPr/>
              <p:nvPr/>
            </p:nvSpPr>
            <p:spPr>
              <a:xfrm>
                <a:off x="1333494" y="645424"/>
                <a:ext cx="3959360" cy="25119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A8D8E9D-B879-0369-76AC-2C2D4AF0BA3D}"/>
                  </a:ext>
                </a:extLst>
              </p:cNvPr>
              <p:cNvSpPr txBox="1"/>
              <p:nvPr/>
            </p:nvSpPr>
            <p:spPr>
              <a:xfrm>
                <a:off x="1333493" y="650398"/>
                <a:ext cx="766557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Figure S2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70331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39D45F4-1AE1-BC84-2193-85ED9BB02C63}"/>
              </a:ext>
            </a:extLst>
          </p:cNvPr>
          <p:cNvGrpSpPr/>
          <p:nvPr/>
        </p:nvGrpSpPr>
        <p:grpSpPr>
          <a:xfrm>
            <a:off x="253992" y="1692650"/>
            <a:ext cx="8636017" cy="5758700"/>
            <a:chOff x="1333493" y="1269487"/>
            <a:chExt cx="6477013" cy="431902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A1CDA7B-AD29-9C66-0C4E-5B27BF727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/>
          </p:blipFill>
          <p:spPr>
            <a:xfrm>
              <a:off x="1333493" y="1269487"/>
              <a:ext cx="6477013" cy="4319025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E292280-7202-F99C-7BF5-AEDD4C595214}"/>
                </a:ext>
              </a:extLst>
            </p:cNvPr>
            <p:cNvSpPr txBox="1"/>
            <p:nvPr/>
          </p:nvSpPr>
          <p:spPr>
            <a:xfrm>
              <a:off x="3419457" y="2564904"/>
              <a:ext cx="1194221" cy="2230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333" dirty="0"/>
                <a:t>average annual GDD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2B915AC-F609-9AD2-3AB9-B9165B4948B2}"/>
                </a:ext>
              </a:extLst>
            </p:cNvPr>
            <p:cNvSpPr txBox="1"/>
            <p:nvPr/>
          </p:nvSpPr>
          <p:spPr>
            <a:xfrm>
              <a:off x="3138128" y="4365104"/>
              <a:ext cx="1475549" cy="3769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333" dirty="0"/>
                <a:t>average accumulated </a:t>
              </a:r>
              <a:br>
                <a:rPr lang="en-US" sz="1333" dirty="0"/>
              </a:br>
              <a:r>
                <a:rPr lang="en-US" sz="1333" dirty="0"/>
                <a:t>winter precipitation (mm)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03F5AE5-A4CF-4E00-7FB4-9937B2569DBD}"/>
                </a:ext>
              </a:extLst>
            </p:cNvPr>
            <p:cNvSpPr txBox="1"/>
            <p:nvPr/>
          </p:nvSpPr>
          <p:spPr>
            <a:xfrm>
              <a:off x="6209220" y="4365104"/>
              <a:ext cx="1569516" cy="3769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333" dirty="0"/>
                <a:t>average accumulated</a:t>
              </a:r>
              <a:br>
                <a:rPr lang="en-US" sz="1333" dirty="0"/>
              </a:br>
              <a:r>
                <a:rPr lang="en-US" sz="1333" dirty="0"/>
                <a:t>summer precipitation (mm)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BF9B49E-B33F-6D0D-CD86-5393A3455F8C}"/>
                </a:ext>
              </a:extLst>
            </p:cNvPr>
            <p:cNvSpPr txBox="1"/>
            <p:nvPr/>
          </p:nvSpPr>
          <p:spPr>
            <a:xfrm>
              <a:off x="6444208" y="2564903"/>
              <a:ext cx="1245854" cy="22309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r"/>
              <a:endParaRPr lang="en-US" sz="1333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457CEAE-6ED4-5176-A5BF-4BF317E030AD}"/>
                </a:ext>
              </a:extLst>
            </p:cNvPr>
            <p:cNvSpPr txBox="1"/>
            <p:nvPr/>
          </p:nvSpPr>
          <p:spPr>
            <a:xfrm>
              <a:off x="6532882" y="2564903"/>
              <a:ext cx="1245854" cy="2230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333" dirty="0"/>
                <a:t>two coldest months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44</Words>
  <Application>Microsoft Office PowerPoint</Application>
  <PresentationFormat>Custom</PresentationFormat>
  <Paragraphs>9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Calibri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Kyle Elshoff</cp:lastModifiedBy>
  <cp:revision>8</cp:revision>
  <dcterms:created xsi:type="dcterms:W3CDTF">2017-02-13T16:18:36Z</dcterms:created>
  <dcterms:modified xsi:type="dcterms:W3CDTF">2026-01-29T03:45:40Z</dcterms:modified>
  <cp:category/>
</cp:coreProperties>
</file>