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9FE9-5662-75E0-4BE3-F358C18AF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A239F-E28D-DA4F-F98D-6596044A4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FD4FC-32AC-413F-D239-A28CD3C1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ABA8D-2C5A-D721-CBA6-DF0B5901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8C02F-0322-702A-80E9-5C27AC7C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8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8579-9F67-0766-DD8A-187B30BE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D208-83BA-B868-4F3D-E80499D70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A8DEC-0C92-D368-91F9-1503BDDF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DAABF-98CF-E24D-9350-B16FB340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AA9C-AC36-B363-6A54-C2AD918C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6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3E05-E536-03C6-EB2E-29DBD412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C12DB-27BE-E49B-46C1-6BA03C9CD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D390C-BFE5-72F1-4CBA-1CCF161E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A01D6-14E1-20BE-84BA-03B8ACD8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FE4B-FBDF-FD98-C367-1139D3E5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9CCB-3FA9-62CA-94AB-A84958F3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0CDF3-DFE7-76A1-B9BA-A94C65BEF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71742-1990-82A8-8224-6BCD07B88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3BB15-3AFB-CCD0-1492-4A108024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4286C-EB5E-5B61-8710-30A73872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5122A-1ACC-FDD7-8CFD-720AD4B8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4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F7A0-F299-8EE0-CF0A-379DF156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B8D4E-D7DC-B08A-6E46-4A44F9C58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3EE83-8798-29F2-6E27-5393CA981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DECED-93E8-B29C-E37B-02A45A60E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6E8EA-9829-4E0D-A1F6-D516AA5DD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978A28-19B6-8BD6-0BAA-A0C300FB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107C8-00F5-5CEB-F06D-216AD840B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32057-CC82-14B0-3E3F-32473440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6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111A-BB93-8261-B384-1603A568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38302-7EBA-B955-D91E-4FD63F8D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C4B08-D542-9291-B286-366860E0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B4ECA-6D14-0924-C175-81E6A193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6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901E7-58E8-BF31-38EA-1A801BB6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66951-2EE2-0459-AADE-51A8E735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83340-FB73-8F13-33E8-FAC9462D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3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1CF4-C3F6-E671-C2E6-3119ECC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B746-7528-95A0-0044-2454B184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CA78-0457-89DE-8166-472135E9D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D49D1-9DF7-1D64-1DE0-C0D8947A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BE618-3A16-A26B-EDD6-A28744234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31184-FE5B-A14C-537D-88417D16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0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BA5B-7A87-B891-23B9-AB565057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50B7A1-DEF2-F575-7AFF-AB8D1B28C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2F4F4-81D9-5E04-2A5B-95937F79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C865A-B3D8-C1C7-7364-90F59E92D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BF8D0-FBF8-43DD-868C-A46FF38F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82B52-71FA-2B53-19AA-7EC103E0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5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2898-E82F-0FBD-5B91-387845BB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B7C16-1B1B-C4B6-55BA-53F223CCC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D7118-9F2C-C20C-74BB-D2D4E10E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B75EF-1F05-FE00-DD47-4DDD3B8A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8352-08CB-FDED-0439-2718152A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13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CF42B-05A0-A72D-3C6E-7501B811B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E5DBD-A0E4-73EC-37B5-DD3DFB1AA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1642-E926-F1CB-C884-CE810879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7519A-2C3E-005B-1FA6-EB866CE3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000F-697A-5E31-846B-6C53EF183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4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A6C698-10EE-E9A1-3E4A-A48C445E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9BAB2-2AAB-64D2-A1A7-5667C1B99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AC0B6-527E-6AD8-8B3C-4B33F387C4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A7210-F340-41F8-8BDD-28DB520CFE5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061C5-8FE6-AC3F-8D63-B28DFDE45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E9380-1376-B5BA-B6B9-C10202D98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E97E1-3EE0-4E86-BFDD-9D0EC78B2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0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A1DEC22-9590-6B72-E286-22ED0C94982C}"/>
              </a:ext>
            </a:extLst>
          </p:cNvPr>
          <p:cNvGrpSpPr/>
          <p:nvPr/>
        </p:nvGrpSpPr>
        <p:grpSpPr>
          <a:xfrm>
            <a:off x="2857492" y="1018292"/>
            <a:ext cx="6477014" cy="4570220"/>
            <a:chOff x="2857492" y="1018292"/>
            <a:chExt cx="6477014" cy="45702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87ED90-517A-01C7-A9CF-C9D1BAFB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7493" y="1269487"/>
              <a:ext cx="6477013" cy="431902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718C8B4-5B9D-468E-380A-331F4EC8890F}"/>
                </a:ext>
              </a:extLst>
            </p:cNvPr>
            <p:cNvGrpSpPr/>
            <p:nvPr/>
          </p:nvGrpSpPr>
          <p:grpSpPr>
            <a:xfrm>
              <a:off x="2857492" y="1018292"/>
              <a:ext cx="6477013" cy="251195"/>
              <a:chOff x="1333493" y="645424"/>
              <a:chExt cx="6477013" cy="25119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F0C31FD-B3BB-C1AD-BF72-B020FCF32E47}"/>
                  </a:ext>
                </a:extLst>
              </p:cNvPr>
              <p:cNvSpPr/>
              <p:nvPr/>
            </p:nvSpPr>
            <p:spPr>
              <a:xfrm>
                <a:off x="1333493" y="645424"/>
                <a:ext cx="6477013" cy="2511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6AEAAF-C846-B6B3-C997-68432B1DFDEC}"/>
                  </a:ext>
                </a:extLst>
              </p:cNvPr>
              <p:cNvSpPr txBox="1"/>
              <p:nvPr/>
            </p:nvSpPr>
            <p:spPr>
              <a:xfrm>
                <a:off x="1333493" y="650398"/>
                <a:ext cx="76655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Figure S1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059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Elshoff</dc:creator>
  <cp:lastModifiedBy>Kyle Elshoff</cp:lastModifiedBy>
  <cp:revision>1</cp:revision>
  <dcterms:created xsi:type="dcterms:W3CDTF">2026-01-29T03:42:58Z</dcterms:created>
  <dcterms:modified xsi:type="dcterms:W3CDTF">2026-01-29T03:49:56Z</dcterms:modified>
</cp:coreProperties>
</file>