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8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8B3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>
        <p:guide orient="horz" pos="348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727CB-2161-B17F-C7B5-86A287924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D538FC-6143-75F4-1CF4-DCF5E019B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33B6B-113C-21AE-66FF-26DDB2539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75DBF-1E08-4DC0-AFBA-F1579C3AAEB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B0251-AB92-6A83-327F-D2A6AA6E0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F9D21-0AA8-A461-25E0-1AB495822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EBCEA-BC88-49F1-999D-741D7A589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150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8C842-37EE-2E1A-E7AC-F24629E9F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96A58-E555-F655-547E-E3CC32E07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9C3A8-5B40-FF5C-123B-AE6AA78DE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75DBF-1E08-4DC0-AFBA-F1579C3AAEB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C4B9F-55C0-6255-F1C6-B1C855FD1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79413-F3BB-4634-281C-91EABAAF3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EBCEA-BC88-49F1-999D-741D7A589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94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2C906-F035-5DB4-0C4B-86DA72280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60FC0-1D74-C0DA-E165-165720ACE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AD287-5BA0-7D39-7225-F117DE938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75DBF-1E08-4DC0-AFBA-F1579C3AAEB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6DC7A-1A73-3F8E-E263-A5904B199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5A2CE-E3C0-BC3A-A0CE-9D6F56475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EBCEA-BC88-49F1-999D-741D7A589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386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BE118-7B6B-B7F3-CC57-F2CBD2B00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6D2F5-F740-6870-02EC-0D27608F02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85253E-39B0-9A60-0241-27B8769E1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17E85-02E9-C14A-C823-BF5FC4B59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75DBF-1E08-4DC0-AFBA-F1579C3AAEB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AF6AC9-A6AC-6AE9-6279-587C515F3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151AB-82F2-79EC-6A8F-DD83BCE62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EBCEA-BC88-49F1-999D-741D7A589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994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964AE-65AC-D440-AD64-9B30F3620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C75B2-80AB-AE04-EA0A-A9330AFE5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115CC0-94BB-D8E6-7BB1-461B0EBEA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2C9C1C-2D33-EFF3-8D55-F9C1941195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59F006-593D-83EC-DB9D-CB493A53F2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BF3AA-C2BE-3ACB-B80D-6135B1DA1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75DBF-1E08-4DC0-AFBA-F1579C3AAEB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2A6E57-C226-C28A-F91D-1E2B68965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23A0B6-A0A5-5F74-BB88-138176B64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EBCEA-BC88-49F1-999D-741D7A589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405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8BBE8-2F0F-45D4-D2AC-9CBE04320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8BB8C7-3876-2AD7-5108-70E00B8CE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75DBF-1E08-4DC0-AFBA-F1579C3AAEB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F409C7-6A21-A435-7A0F-52C3090A5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2B649B-303B-5970-2EF1-A2F263481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EBCEA-BC88-49F1-999D-741D7A589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965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A920DA-0A5F-40AD-56FF-8D94693C6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75DBF-1E08-4DC0-AFBA-F1579C3AAEB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2E0CA-F9CE-AFC6-BA59-062485C7C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FAC69-DDC3-E2E6-C5A0-C5C5EC866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EBCEA-BC88-49F1-999D-741D7A589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984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84281-6B5D-C8A0-B8C5-4FA44B400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1AFC8-E9B6-9832-0669-CA63B4E5F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62321-3CB9-9A76-C172-F0D3EE6A4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F5D3C-1AB1-0EED-3E11-B2917647C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75DBF-1E08-4DC0-AFBA-F1579C3AAEB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C7874-0CA6-BEE4-93CD-7E3FB25C7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ADA159-C8B9-0D7F-9D38-3049C806B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EBCEA-BC88-49F1-999D-741D7A589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620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4D060-D527-6ECF-8798-27E5314B7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F0E62B-5AB7-DBB2-D71C-C00E81F00A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700DE3-E267-1B02-4962-F18647160A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899DD-2783-AAA0-5CA7-293938561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75DBF-1E08-4DC0-AFBA-F1579C3AAEB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7C30B-0175-1E2E-3F01-B255C52BA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0A73D9-6666-1BA3-A312-BD3A864FD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EBCEA-BC88-49F1-999D-741D7A589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288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E43AA-CBF9-CE46-6D86-6EEEAA536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9F6F5F-049D-3F3D-838F-6D30BD617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F737A-B47B-4EC0-4CFE-6C1967D02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75DBF-1E08-4DC0-AFBA-F1579C3AAEB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8C754-DE61-0065-2A11-8111C8002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594E9-BA6C-D806-15BC-A0483BA53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EBCEA-BC88-49F1-999D-741D7A589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3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F025AF-25D0-8319-9272-59A92D7FC9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95D4B3-9CB9-0B99-3DFD-300E5903A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CD440-2116-444E-7471-8480D4E3E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75DBF-1E08-4DC0-AFBA-F1579C3AAEB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05FB4-3820-3541-555A-05D0E163F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E8636-FEA7-906A-4BD2-00EEAEEEB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EBCEA-BC88-49F1-999D-741D7A589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4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826FC8-618E-CB0B-C7BB-BFB9C43AF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6CD65-753D-8F00-4274-830DEB64A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F7F7A-3201-D203-AAC1-E153914F8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F75DBF-1E08-4DC0-AFBA-F1579C3AAEB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2CA86-105E-1748-88B6-92ED4637F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3816F-899B-DC16-734D-22B20DE1D6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3EBCEA-BC88-49F1-999D-741D7A589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648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682ABBA-B324-4987-9807-013DEC65BB05}"/>
              </a:ext>
            </a:extLst>
          </p:cNvPr>
          <p:cNvGrpSpPr/>
          <p:nvPr/>
        </p:nvGrpSpPr>
        <p:grpSpPr>
          <a:xfrm>
            <a:off x="2857491" y="1018292"/>
            <a:ext cx="6477015" cy="4598796"/>
            <a:chOff x="2857491" y="1018292"/>
            <a:chExt cx="6477015" cy="459879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B33E2C8-188A-59B4-49DE-9B2EA43D6476}"/>
                </a:ext>
              </a:extLst>
            </p:cNvPr>
            <p:cNvGrpSpPr/>
            <p:nvPr/>
          </p:nvGrpSpPr>
          <p:grpSpPr>
            <a:xfrm>
              <a:off x="2857493" y="1269487"/>
              <a:ext cx="6477013" cy="4347601"/>
              <a:chOff x="2857493" y="1269487"/>
              <a:chExt cx="6477013" cy="4347601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16019FB8-6DAB-523E-DC10-93173AFB3613}"/>
                  </a:ext>
                </a:extLst>
              </p:cNvPr>
              <p:cNvGrpSpPr/>
              <p:nvPr/>
            </p:nvGrpSpPr>
            <p:grpSpPr>
              <a:xfrm>
                <a:off x="2857493" y="1269487"/>
                <a:ext cx="6477013" cy="4347601"/>
                <a:chOff x="2857493" y="1269487"/>
                <a:chExt cx="6477013" cy="4347601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788CF517-B0C3-DB7E-E184-2E44931D72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2857493" y="1269487"/>
                  <a:ext cx="6477013" cy="4319025"/>
                </a:xfrm>
                <a:prstGeom prst="rect">
                  <a:avLst/>
                </a:prstGeom>
              </p:spPr>
            </p:pic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C7E7A4B-122A-A05D-1F80-BD7D9509498B}"/>
                    </a:ext>
                  </a:extLst>
                </p:cNvPr>
                <p:cNvSpPr txBox="1"/>
                <p:nvPr/>
              </p:nvSpPr>
              <p:spPr>
                <a:xfrm>
                  <a:off x="4919662" y="5370867"/>
                  <a:ext cx="1523174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standardized effect size</a:t>
                  </a:r>
                </a:p>
              </p:txBody>
            </p:sp>
          </p:grp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0501D1E-81A6-5D35-4C77-3C4D750D980B}"/>
                  </a:ext>
                </a:extLst>
              </p:cNvPr>
              <p:cNvSpPr txBox="1"/>
              <p:nvPr/>
            </p:nvSpPr>
            <p:spPr>
              <a:xfrm>
                <a:off x="4004885" y="1269487"/>
                <a:ext cx="99097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onset (</a:t>
                </a:r>
                <a:r>
                  <a:rPr lang="el-G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τ</a:t>
                </a:r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0.1)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2D8354-4E36-EF46-15ED-D2F7597E7FB3}"/>
                  </a:ext>
                </a:extLst>
              </p:cNvPr>
              <p:cNvSpPr txBox="1"/>
              <p:nvPr/>
            </p:nvSpPr>
            <p:spPr>
              <a:xfrm>
                <a:off x="5884646" y="1269487"/>
                <a:ext cx="99097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end (</a:t>
                </a:r>
                <a:r>
                  <a:rPr lang="el-G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τ</a:t>
                </a:r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0.9)</a:t>
                </a: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AC5DCA0-3767-540B-0EB2-32FEA9A24EC5}"/>
                </a:ext>
              </a:extLst>
            </p:cNvPr>
            <p:cNvSpPr/>
            <p:nvPr/>
          </p:nvSpPr>
          <p:spPr>
            <a:xfrm>
              <a:off x="2857492" y="1018292"/>
              <a:ext cx="6477013" cy="2511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B453079-F330-8FD8-1869-9FEBBE831F4C}"/>
                </a:ext>
              </a:extLst>
            </p:cNvPr>
            <p:cNvSpPr txBox="1"/>
            <p:nvPr/>
          </p:nvSpPr>
          <p:spPr>
            <a:xfrm>
              <a:off x="2857491" y="1023266"/>
              <a:ext cx="68159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Figure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0578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17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Elshoff</dc:creator>
  <cp:lastModifiedBy>Kyle Elshoff</cp:lastModifiedBy>
  <cp:revision>9</cp:revision>
  <dcterms:created xsi:type="dcterms:W3CDTF">2025-07-18T21:24:01Z</dcterms:created>
  <dcterms:modified xsi:type="dcterms:W3CDTF">2026-01-29T03:42:01Z</dcterms:modified>
</cp:coreProperties>
</file>